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724"/>
  </p:normalViewPr>
  <p:slideViewPr>
    <p:cSldViewPr snapToGrid="0">
      <p:cViewPr varScale="1">
        <p:scale>
          <a:sx n="135" d="100"/>
          <a:sy n="135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131D-E832-4E6F-4E14-07540555C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858E8-CFAE-4646-BBEE-0A61FC574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4BF5F-03B1-AF42-3533-FB5AB2FD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8D847-6925-8A06-F3E0-4B5DF7D9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4EB59-89D6-0262-74BB-C3FE50F44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9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BF28-6CB6-CF47-9A11-95C76A27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4F04B-6D3E-6A4E-4C95-49CCD9B70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3927D-320B-B7BB-CC31-A0C3D557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3CF75-4BBE-9408-831E-3C11A75B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1A411-C2BB-7BDE-5E57-F010BF99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9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4B96-5736-1F1B-99C2-F69B640C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FBAD5-55F3-3FCA-5633-1AB91004A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2E93C-815F-3413-97EB-B8C2BBB0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7A41C-EA83-E578-9FB9-1B8EB211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D81BF-4F1D-03AB-0340-31C221EF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7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773FE-5E79-C47E-BCA3-9DCA983A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C9692-B7C4-1DF7-2494-67B9A5C0D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F3124-7941-9E99-67B2-D600DDA59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EA319-4EEB-B97B-A7C0-B41772E4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B25D3-13AB-59F4-8B35-7CEB3915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31D5F-A066-C1C0-7DC3-0A0F1EE0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5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64F7-60F3-CC93-C89B-BD309A3A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AE252-008E-B688-B7E0-E55A8A8A3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9F541-4A11-E899-DF52-F37CFAD0A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355F1-F21D-82E3-C8A5-7A0802F20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77D9B-B03B-E39F-6562-60B4171D4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DC296-653D-9B31-3B4E-B8C31BE16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C9C04-083C-5E74-8DE5-C607C4A3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A4A4E-0C19-74A1-14DB-7115F6B9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9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ABF7-A822-9582-9E79-D2C0D051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919DD3-4778-12D7-631D-457530BB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50F51-0380-DACE-29FF-A1576CE8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052C3-34A0-B908-CC43-FCC2BD9C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B1197-9BE6-79A3-2EE8-230CCC17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6384D-0389-6052-E75D-E46BE983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4D87C-6E5E-4246-9D7B-38ABB712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95E1-FCCE-1586-5925-0E5F8C12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DCD1C-A7ED-E745-D862-9C0186C92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C15E9-78B9-3EEB-973A-3972AC450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17529-4FB4-49F8-F923-BE13BF65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BDBAE-B79C-AD89-DBDB-97B9925B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8D735-7A88-8BBF-8C49-FA074741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7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CEAC-3C3F-634E-7FEB-19968F7F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826BF-6731-FF6C-A59F-8B35E629D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CC6CF-C541-9EF8-FDC3-85434A6A0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FBCDE-CA4C-4B09-8233-ED61F1EA0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90CD9-5CA0-038B-6A96-7787B108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C62A3-97E2-2D7C-EC98-62FE4C64F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2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3AAA-E9EB-8A1A-AC9B-C9B834D1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21F7B-0882-85EF-B506-40F502085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C4568-830D-E979-30B1-5CC15937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9D1BE-F7F6-8DA6-01D3-04975519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9D29-80B6-DD1F-F20F-82B74040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5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505AC7-2205-8DF0-1595-10E6C5039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5B263-8B7E-09EA-6922-7110E97C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AFA9A-6ECA-93FA-49C3-A8545037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B60B-167C-72D0-9494-019BA1D8B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E854D-ADA6-F319-449D-9AECF12F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1D675-27DC-8411-FFA3-D5B3CA78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7DB21-D1FF-FF13-A8E0-E5825C2D7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F75CC-08A2-E2AD-F7C1-28476CD9D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EE857-751D-5B43-AC40-B54AC17AB334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E5E7-128F-AB2F-BB01-3AB40257F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E380F-0C73-456E-4650-7B976A147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F2E03-6013-0344-9673-BC157927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7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EE29299-3B13-0E68-2205-9F005339D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596900"/>
            <a:ext cx="9385300" cy="566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60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san elijo lagoon&#10;&#10;Description automatically generated">
            <a:extLst>
              <a:ext uri="{FF2B5EF4-FFF2-40B4-BE49-F238E27FC236}">
                <a16:creationId xmlns:a16="http://schemas.microsoft.com/office/drawing/2014/main" id="{91A50812-DC59-CF8E-9C66-4D031ABE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1274" y="122703"/>
            <a:ext cx="5103341" cy="6871285"/>
          </a:xfrm>
          <a:prstGeom prst="rect">
            <a:avLst/>
          </a:prstGeom>
        </p:spPr>
      </p:pic>
      <p:pic>
        <p:nvPicPr>
          <p:cNvPr id="7" name="Picture 6" descr="A map of a beach&#10;&#10;Description automatically generated">
            <a:extLst>
              <a:ext uri="{FF2B5EF4-FFF2-40B4-BE49-F238E27FC236}">
                <a16:creationId xmlns:a16="http://schemas.microsoft.com/office/drawing/2014/main" id="{53EBE4A9-EA8E-98C6-B790-837AABC76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187" y="208521"/>
            <a:ext cx="8092851" cy="689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8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O'Reilly, William</dc:creator>
  <cp:lastModifiedBy>O'Reilly, William</cp:lastModifiedBy>
  <cp:revision>1</cp:revision>
  <dcterms:created xsi:type="dcterms:W3CDTF">2024-03-12T05:33:55Z</dcterms:created>
  <dcterms:modified xsi:type="dcterms:W3CDTF">2024-03-12T05:42:16Z</dcterms:modified>
</cp:coreProperties>
</file>