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3F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F1317-40AE-C2B7-B4AD-3A6F46968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345CE8-0DB8-B68D-CA92-2E3F3277FD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B1A88-D26E-5E84-7AAC-2E0F1A55D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A88CE-1B02-7943-8840-5A81AA318977}" type="datetimeFigureOut">
              <a:rPr lang="en-US" smtClean="0"/>
              <a:t>7/7/23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38224-540F-327F-695D-2CE3C2B26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CA1CE-E111-0E12-257B-35AE669B4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26844-6739-984A-BE85-1463DE589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914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065F4-E4C1-24F6-8E78-8E62002BE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231F2-844B-5B07-C2EC-4767791B5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F1DEC-684A-DC93-B760-BC3B2A004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A88CE-1B02-7943-8840-5A81AA318977}" type="datetimeFigureOut">
              <a:rPr lang="en-US" smtClean="0"/>
              <a:t>7/7/23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E669A-5290-395F-620F-624B046F4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89D29-3CF0-9ED3-776F-48F1088B0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26844-6739-984A-BE85-1463DE589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32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7F5B9-6FF4-B83A-8FDF-0F1DCC9D2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EE406-DE66-F4FC-0BCD-047B60419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A27FD8-B124-68F0-2D24-BFE467B6B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A88CE-1B02-7943-8840-5A81AA318977}" type="datetimeFigureOut">
              <a:rPr lang="en-US" smtClean="0"/>
              <a:t>7/7/23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89A7A-C051-4E7B-6423-109A55367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9E49C-1E92-42B3-6030-BA3460146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26844-6739-984A-BE85-1463DE589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319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7DD93-E098-63A3-5C2E-3BA8E8B39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33DA8-ADDD-D28F-E50F-711437F5EC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BA5D79-1959-F3E4-A54E-35412CA20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10276-B5E4-EF71-91A4-90A6096B0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A88CE-1B02-7943-8840-5A81AA318977}" type="datetimeFigureOut">
              <a:rPr lang="en-US" smtClean="0"/>
              <a:t>7/7/23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E760DB-03C5-C0E0-1F47-3BF3DD11A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E22E8C-CAAE-D40F-3E3D-4161106E2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26844-6739-984A-BE85-1463DE589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251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AEBBB-A7CF-3C8A-604C-8D8FA1B49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C9C8E-2574-6C94-0BC2-3B97CA6CE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316B2A-F78D-8545-8F2A-654B9DC24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67FAB7-F2A1-4833-424C-B619FB5A98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1E432C-49C9-3CAC-CC46-3F65C3408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07A335-8495-C46F-8183-43410F39D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A88CE-1B02-7943-8840-5A81AA318977}" type="datetimeFigureOut">
              <a:rPr lang="en-US" smtClean="0"/>
              <a:t>7/7/23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8ABBAB-64F3-660C-996F-9DE860A35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E3630F-85ED-5CC0-A8BE-3421DDD74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26844-6739-984A-BE85-1463DE589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655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9090A-2D47-82D4-A950-0626D0009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4DA4C7-6846-10FF-B2B4-5904C865C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A88CE-1B02-7943-8840-5A81AA318977}" type="datetimeFigureOut">
              <a:rPr lang="en-US" smtClean="0"/>
              <a:t>7/7/23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559FC1-C744-8B59-F60C-A5A123785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444115-C27A-58C8-563A-DE726BC36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26844-6739-984A-BE85-1463DE589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668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1D646D-B277-D4A3-C513-3BCEA9E31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A88CE-1B02-7943-8840-5A81AA318977}" type="datetimeFigureOut">
              <a:rPr lang="en-US" smtClean="0"/>
              <a:t>7/7/23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FE215D-9A94-1862-40A5-CFF518D28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32515-927B-1602-83E9-1D6896DB4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26844-6739-984A-BE85-1463DE589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444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D4A85-1E85-82D2-13DA-0FB009429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6AFD0-0A29-DC54-B788-525DA7411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542AA6-D73C-DF5D-D035-38B2592412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555CCA-385F-7F67-3382-12F7BE3E2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A88CE-1B02-7943-8840-5A81AA318977}" type="datetimeFigureOut">
              <a:rPr lang="en-US" smtClean="0"/>
              <a:t>7/7/23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7AFF5-9DA1-2B92-B55D-2309B3408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A4813-7112-A160-72EF-82999679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26844-6739-984A-BE85-1463DE589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865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BEBAE-B049-1226-FEFA-2BDA29ED3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3F6BCD-BA04-CC08-2789-2950BACA1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70B0C-72B8-E05A-C785-B878B0A2A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73B4C1-6816-449D-829B-E551878B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A88CE-1B02-7943-8840-5A81AA318977}" type="datetimeFigureOut">
              <a:rPr lang="en-US" smtClean="0"/>
              <a:t>7/7/23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CCB4C9-460B-C0B2-3C6B-25B51A140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8C141C-29AB-FFC0-26FF-7CC184EF1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26844-6739-984A-BE85-1463DE589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730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93616-5482-4675-3716-93701F83E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6725F0-BBFE-8303-93D9-68132AAE70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9835C-ABCE-CFDF-428B-F754CA4C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A88CE-1B02-7943-8840-5A81AA318977}" type="datetimeFigureOut">
              <a:rPr lang="en-US" smtClean="0"/>
              <a:t>7/7/23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ABC69-911E-6D3B-7134-484FFB7B8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EBD61-5169-A6E9-33F8-4024087E4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26844-6739-984A-BE85-1463DE589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463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2225D6-7754-97AB-A454-D04C539ACD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4A427-4BFF-0CC0-D435-B04F309FE1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87A39-EED0-8B0F-5D24-5F6D59943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A88CE-1B02-7943-8840-5A81AA318977}" type="datetimeFigureOut">
              <a:rPr lang="en-US" smtClean="0"/>
              <a:t>7/7/23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D7D8E-98E9-C257-CCE5-F5D7CD51A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2B740-685C-28E3-AC5A-7244549B4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26844-6739-984A-BE85-1463DE589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492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FA3DAB-B448-0CC5-00A7-7E4CE4A84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5E846-A4D6-C80D-94EE-3BA151D7B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06DA2-3259-DC5B-F3D2-5D4CCD2367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A88CE-1B02-7943-8840-5A81AA318977}" type="datetimeFigureOut">
              <a:rPr lang="en-US" smtClean="0"/>
              <a:t>7/7/23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1BBD5-A5F3-23EA-ABE3-4E7AB4432E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A118D-68A5-B7B3-D34E-A5A8AE1CB4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26844-6739-984A-BE85-1463DE589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944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p of the state of montana&#10;&#10;Description automatically generated">
            <a:extLst>
              <a:ext uri="{FF2B5EF4-FFF2-40B4-BE49-F238E27FC236}">
                <a16:creationId xmlns:a16="http://schemas.microsoft.com/office/drawing/2014/main" id="{AD5B0121-EEE1-BE12-87A7-57A31F704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2909" y="1308446"/>
            <a:ext cx="6572867" cy="46598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669425-C185-65B1-2641-8B6E39DEE121}"/>
              </a:ext>
            </a:extLst>
          </p:cNvPr>
          <p:cNvSpPr txBox="1"/>
          <p:nvPr/>
        </p:nvSpPr>
        <p:spPr>
          <a:xfrm>
            <a:off x="2499249" y="321416"/>
            <a:ext cx="7470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figs made by MOPS/toolbox/terrace/</a:t>
            </a:r>
            <a:r>
              <a:rPr lang="en-US" dirty="0" err="1"/>
              <a:t>ExampleMopSpatialStatistics.m</a:t>
            </a:r>
            <a:r>
              <a:rPr lang="en-US" dirty="0"/>
              <a:t> </a:t>
            </a:r>
          </a:p>
        </p:txBody>
      </p:sp>
      <p:pic>
        <p:nvPicPr>
          <p:cNvPr id="10" name="Picture 9" descr="A map of the state of wyoming&#10;&#10;Description automatically generated">
            <a:extLst>
              <a:ext uri="{FF2B5EF4-FFF2-40B4-BE49-F238E27FC236}">
                <a16:creationId xmlns:a16="http://schemas.microsoft.com/office/drawing/2014/main" id="{646C5D27-6892-1B2E-2BE3-F64E7267D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3580" y="1355651"/>
            <a:ext cx="6532456" cy="4631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781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a truck survey&#10;&#10;Description automatically generated">
            <a:extLst>
              <a:ext uri="{FF2B5EF4-FFF2-40B4-BE49-F238E27FC236}">
                <a16:creationId xmlns:a16="http://schemas.microsoft.com/office/drawing/2014/main" id="{4C85EBC8-8B07-6652-23B8-EE3847F67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757" y="921978"/>
            <a:ext cx="7744064" cy="54901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669425-C185-65B1-2641-8B6E39DEE121}"/>
              </a:ext>
            </a:extLst>
          </p:cNvPr>
          <p:cNvSpPr txBox="1"/>
          <p:nvPr/>
        </p:nvSpPr>
        <p:spPr>
          <a:xfrm>
            <a:off x="2499249" y="111211"/>
            <a:ext cx="7470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figs made by MOPS/toolbox/terrace/</a:t>
            </a:r>
            <a:r>
              <a:rPr lang="en-US" dirty="0" err="1"/>
              <a:t>ExampleMopSpatialStatistics.m</a:t>
            </a:r>
            <a:r>
              <a:rPr lang="en-US" dirty="0"/>
              <a:t> 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338D26-0588-DBBC-DDEE-C4719CEE6E27}"/>
              </a:ext>
            </a:extLst>
          </p:cNvPr>
          <p:cNvSpPr/>
          <p:nvPr/>
        </p:nvSpPr>
        <p:spPr>
          <a:xfrm>
            <a:off x="6936116" y="1042512"/>
            <a:ext cx="1169915" cy="3727195"/>
          </a:xfrm>
          <a:prstGeom prst="ellipse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3B707E7-AF6D-096D-F063-6CC7766F1952}"/>
              </a:ext>
            </a:extLst>
          </p:cNvPr>
          <p:cNvCxnSpPr>
            <a:cxnSpLocks/>
            <a:stCxn id="7" idx="3"/>
          </p:cNvCxnSpPr>
          <p:nvPr/>
        </p:nvCxnSpPr>
        <p:spPr>
          <a:xfrm flipH="1" flipV="1">
            <a:off x="7628099" y="2859148"/>
            <a:ext cx="1964722" cy="80792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9DEDC06-1516-E3AB-BAE6-18209AEAE18F}"/>
              </a:ext>
            </a:extLst>
          </p:cNvPr>
          <p:cNvSpPr txBox="1"/>
          <p:nvPr/>
        </p:nvSpPr>
        <p:spPr>
          <a:xfrm>
            <a:off x="9233171" y="3870435"/>
            <a:ext cx="2284087" cy="120032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Want to set a global</a:t>
            </a:r>
          </a:p>
          <a:p>
            <a:r>
              <a:rPr lang="en-US" dirty="0"/>
              <a:t>landward boundary</a:t>
            </a:r>
          </a:p>
          <a:p>
            <a:r>
              <a:rPr lang="en-US" dirty="0"/>
              <a:t>that has 100% or near</a:t>
            </a:r>
          </a:p>
          <a:p>
            <a:r>
              <a:rPr lang="en-US" dirty="0"/>
              <a:t>100% survey coverage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C1A8245-1796-4D76-4318-1435DFDBCF7C}"/>
              </a:ext>
            </a:extLst>
          </p:cNvPr>
          <p:cNvCxnSpPr>
            <a:cxnSpLocks/>
          </p:cNvCxnSpPr>
          <p:nvPr/>
        </p:nvCxnSpPr>
        <p:spPr>
          <a:xfrm>
            <a:off x="2123570" y="2990335"/>
            <a:ext cx="2040657" cy="676740"/>
          </a:xfrm>
          <a:prstGeom prst="straightConnector1">
            <a:avLst/>
          </a:prstGeom>
          <a:ln w="57150">
            <a:solidFill>
              <a:srgbClr val="EC3FF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349E8E6-85C7-D59F-33F0-F5C322A8332F}"/>
              </a:ext>
            </a:extLst>
          </p:cNvPr>
          <p:cNvSpPr txBox="1"/>
          <p:nvPr/>
        </p:nvSpPr>
        <p:spPr>
          <a:xfrm>
            <a:off x="215162" y="1705780"/>
            <a:ext cx="2078133" cy="230832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Ok for seaward </a:t>
            </a:r>
          </a:p>
          <a:p>
            <a:r>
              <a:rPr lang="en-US" dirty="0"/>
              <a:t>boundary to</a:t>
            </a:r>
          </a:p>
          <a:p>
            <a:r>
              <a:rPr lang="en-US" dirty="0"/>
              <a:t>migrate from </a:t>
            </a:r>
          </a:p>
          <a:p>
            <a:r>
              <a:rPr lang="en-US" dirty="0"/>
              <a:t>survey to survey,</a:t>
            </a:r>
          </a:p>
          <a:p>
            <a:r>
              <a:rPr lang="en-US" dirty="0"/>
              <a:t>but cutoff data</a:t>
            </a:r>
          </a:p>
          <a:p>
            <a:r>
              <a:rPr lang="en-US" dirty="0"/>
              <a:t>at MHW (1.344m</a:t>
            </a:r>
          </a:p>
          <a:p>
            <a:r>
              <a:rPr lang="en-US" dirty="0"/>
              <a:t>NAVD88) for terrace</a:t>
            </a:r>
          </a:p>
          <a:p>
            <a:r>
              <a:rPr lang="en-US" dirty="0"/>
              <a:t>tracking purposes?</a:t>
            </a:r>
          </a:p>
        </p:txBody>
      </p:sp>
    </p:spTree>
    <p:extLst>
      <p:ext uri="{BB962C8B-B14F-4D97-AF65-F5344CB8AC3E}">
        <p14:creationId xmlns:p14="http://schemas.microsoft.com/office/powerpoint/2010/main" val="1108945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68</Words>
  <Application>Microsoft Macintosh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O'Reilly, William</dc:creator>
  <cp:lastModifiedBy>O'Reilly, William</cp:lastModifiedBy>
  <cp:revision>1</cp:revision>
  <dcterms:created xsi:type="dcterms:W3CDTF">2023-07-07T23:19:19Z</dcterms:created>
  <dcterms:modified xsi:type="dcterms:W3CDTF">2023-07-08T01:32:26Z</dcterms:modified>
</cp:coreProperties>
</file>